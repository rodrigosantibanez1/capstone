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t6HEPbmmOL5S/Lfq7IWYOcgux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Contenido estructurado a partir de ETH_MAS_Definicion_Proyecto.pptx y Formato Presentación final.pptx aportados por el usuario.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Rolificación elaborada a partir del contenido de metodología y división de trabajo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Problemas P1, P2 y P3 y descripción del proyecto tomados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Objetivo general y objetivos específicos adaptados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Factibilidad y delimitación del prototipo tomadas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Metodología iterativa e incremental y división del trabajo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Cronograma derivado de Plan de trabajo — 10 semanas del archivo ETH_MAS_Definicion_Proyecto.pptx y adaptado al formato final aportado por el usuario.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Arquitectura y módulos adaptados de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Modelo de datos derivado del enfoque del proyecto y de la estructura funcional del documento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Tecnologías basadas en ETH_MAS_Definicion_Proyecto.pptx y ajustadas a la narrativa final del proyecto.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50" name="Google Shape;1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Flujo de demostración construido a partir de la arquitectura y objetivos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Resultados formulados a partir de las evidencias de logro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Obstaculizadores y ajustes de alcance derivados del archivo ETH_MAS_Definicion_Proyecto.pptx.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Lámina de cierre basada en el formato final aportado por el usuario.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6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6"/>
          <p:cNvSpPr/>
          <p:nvPr/>
        </p:nvSpPr>
        <p:spPr>
          <a:xfrm>
            <a:off x="411480" y="82296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ETH-MAS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16"/>
          <p:cNvCxnSpPr/>
          <p:nvPr/>
        </p:nvCxnSpPr>
        <p:spPr>
          <a:xfrm>
            <a:off x="411480" y="713232"/>
            <a:ext cx="1133856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143000"/>
            <a:ext cx="10789800" cy="42978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" y="1143000"/>
            <a:ext cx="164592" cy="42976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05840" y="15544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ETH-MAS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05840" y="214884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Plataforma asistida por IA para el análisis de hallazgos de seguridad basados en MITRE ATT&amp;CK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5840" y="32004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05840" y="35204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Ingeniería en Informática · PTY4614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372600" y="416052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Equipo de proyecto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144000" y="43434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David Garrido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Rodrigo Santibañez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Yerson Molina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4817" y="114300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Integrantes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Distribución de roles y responsabilidades principales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85800" y="1325880"/>
            <a:ext cx="3383280" cy="438912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1325880"/>
            <a:ext cx="109728" cy="4389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86968" y="145389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Integrante 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86968" y="1728216"/>
            <a:ext cx="3063240" cy="3895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Cargo: </a:t>
            </a:r>
            <a:r>
              <a:rPr lang="en-US" sz="1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Funciones: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Facilitar el trabajo del equipo eliminando impedimentos técnicos. Diseño de la arquitectura general, coordinación de los Sprints y gestión del flujo principal de la API.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26280" y="1325880"/>
            <a:ext cx="3383280" cy="438912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26280" y="1325880"/>
            <a:ext cx="109728" cy="43891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27448" y="145389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Integrante 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27448" y="1728216"/>
            <a:ext cx="3063240" cy="3895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Cargo: </a:t>
            </a:r>
            <a:r>
              <a:rPr lang="en-US" sz="1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Development Team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Funciones: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Ejecución técnica del incremento de producto. Implementación de los módulos de reconocimiento, integración de herramientas ofensivas (Nmap, Nuclei) y procesamiento de outputs.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66760" y="1325880"/>
            <a:ext cx="3383280" cy="438912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366760" y="1325880"/>
            <a:ext cx="109728" cy="4389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567928" y="145389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567928" y="1728216"/>
            <a:ext cx="3063240" cy="3895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Cargo: </a:t>
            </a:r>
            <a:r>
              <a:rPr lang="en-US" sz="1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Funciones: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Maximizar el valor del producto y priorizar el Product Backlog. Definir cómo se presenta la información al usuario final (Reportes), mapeo a MITRE ATT&amp;CK y validación de las respuestas de la IA.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Descripción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presentación se centra primero en el problema, luego en la propuesta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31520" y="1143000"/>
            <a:ext cx="1920240" cy="310896"/>
          </a:xfrm>
          <a:prstGeom prst="roundRect">
            <a:avLst>
              <a:gd fmla="val 1764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41248" y="1207008"/>
            <a:ext cx="17007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355080" y="1143000"/>
            <a:ext cx="2240280" cy="310896"/>
          </a:xfrm>
          <a:prstGeom prst="roundRect">
            <a:avLst>
              <a:gd fmla="val 1764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64808" y="1207008"/>
            <a:ext cx="2020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31520" y="1508760"/>
            <a:ext cx="516636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1520" y="1508760"/>
            <a:ext cx="109728" cy="44348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32688" y="163677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32688" y="1911096"/>
            <a:ext cx="4846320" cy="3941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 los procesos de análisis de seguridad informática, herramientas como escáneres de puertos, detectores de vulnerabilidades y utilidades de reconocimiento generan gran volumen de información técnica. Estos resultados suelen presentarse de forma fragmentada, heterogénea y con ruido, obligando a un análisis manual intensivo para distinguir qué hallazgos representan un riesgo real.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Además, muchos hallazgos no se relacionan directamente con marcos como MITRE ATT&amp;CK, lo que dificulta interpretar su rol dentro de una posible cadena de ataque y afecta la priorización del riesgo y la consistencia de los reportes.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55080" y="1508760"/>
            <a:ext cx="512064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55080" y="1508760"/>
            <a:ext cx="109728" cy="4434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556248" y="1636776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56248" y="1911096"/>
            <a:ext cx="4800600" cy="3941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Desarrollar una plataforma asistida por IA que consolide hallazgos obtenidos desde herramientas de reconocimiento y escaneo, los interprete automáticamente, los relacione con MITRE ATT&amp;CK e identifique patrones y vectores de ataque en entornos controlados.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partir de ello, el sistema genera reportes priorizados que apoyan el análisis de seguridad y mejoran la consistencia de los resultados entregados.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Definen el alcance funcional del prototipo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1520" y="1280160"/>
            <a:ext cx="1097280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31520" y="1280160"/>
            <a:ext cx="109728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32688" y="1408176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32688" y="1682496"/>
            <a:ext cx="10652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63"/>
              <a:buFont typeface="Arial"/>
              <a:buNone/>
            </a:pPr>
            <a:r>
              <a:rPr lang="en-US" sz="106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Desarrollar una plataforma asistida por IA para identificar patrones y vectores de ataque a partir de hallazgos de seguridad, relacionándolos con MITRE ATT&amp;CK y generando reportes priorizados en entornos controlados.</a:t>
            </a:r>
            <a:endParaRPr sz="106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31520" y="2697480"/>
            <a:ext cx="2057400" cy="310896"/>
          </a:xfrm>
          <a:prstGeom prst="roundRect">
            <a:avLst>
              <a:gd fmla="val 1764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41248" y="2761488"/>
            <a:ext cx="18379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14400" y="3063240"/>
            <a:ext cx="106070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Centralizar y unificar la recolección de datos técnicos provenientes de múltiples fuentes de escaneo activo para eliminar la dispersión de información.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Optimizar el procesamiento y filtrado de ruido en logs de seguridad mediante automatización inteligente para acelerar el triaje inicial.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Contextualizar las amenazas detectadas bajo un marco global estandarizado para facilitar la comprensión del vector de ataque.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Garantizar el control operacional y la reducción de falsos positivos mediante mecanismos de autorización asíncrona supervisada.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Mejorar la toma de decisiones estratégicas del analista a través de la representación visual unificada de la superficie de ataque y reportes consolidados.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Alcances y limitaciones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 acota el prototipo para hacerlo viable en el plazo definido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" y="1143000"/>
            <a:ext cx="1280160" cy="310896"/>
          </a:xfrm>
          <a:prstGeom prst="roundRect">
            <a:avLst>
              <a:gd fmla="val 1764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86968" y="1207008"/>
            <a:ext cx="1060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355080" y="1143000"/>
            <a:ext cx="1554480" cy="310896"/>
          </a:xfrm>
          <a:prstGeom prst="roundRect">
            <a:avLst>
              <a:gd fmla="val 17647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464808" y="1207008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2104" y="1508760"/>
            <a:ext cx="50749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Funcionalidades In-Scope: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Orquestación de escaneo activo de puertos y directorios usando Nmap y Gobuster.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Detección pasiva de vulnerabilidades mediante templates de Nuclei.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Inferencia y clasificación de vectores de ataque mapeados a MITRE usando modelos LLM (Claude/Gemini) vía protocolo MCP.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Aprobación manual de ejecución de herramientas (HITL) mediante frontend web en React/Vite.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Funcionalidades Out-of-Scope: El sistema NO ejecuta explotación activa, ni modifica la infraestructura del cliente.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77240" y="1508760"/>
            <a:ext cx="109728" cy="44805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78408" y="163677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78408" y="1911096"/>
            <a:ext cx="4754880" cy="398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7"/>
              <a:buFont typeface="Arial"/>
              <a:buNone/>
            </a:pPr>
            <a:r>
              <a:t/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355080" y="1508760"/>
            <a:ext cx="50749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355080" y="1508760"/>
            <a:ext cx="109728" cy="44805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556248" y="163677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556248" y="1911096"/>
            <a:ext cx="4754880" cy="398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Restringido a entornos autorizados y de laboratorio.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No contempla explotación destructiva real.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No incluye post-explotación avanzada.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No cubre la totalidad de la matriz MITRE ATT&amp;CK.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La calidad del análisis depende de la evidencia entregada por las herramientas integradas.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Se enfoca en un prototipo académico, no en una solución empresarial completa.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Desarrollo iterativo e incremental con validación continua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37577" y="1736975"/>
            <a:ext cx="11029500" cy="12648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37577" y="1736975"/>
            <a:ext cx="601500" cy="1264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49282" y="1956668"/>
            <a:ext cx="9274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 del Producto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91375" y="2057975"/>
            <a:ext cx="10375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Requisitos levantados y priorizados en forma de Historias de Usuario (HU) enfocadas en el valor para el analista de seguridad.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37577" y="3501583"/>
            <a:ext cx="11029500" cy="12648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37576" y="3501583"/>
            <a:ext cx="601500" cy="12648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49283" y="3672059"/>
            <a:ext cx="9274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de los Sprints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91414" y="3891297"/>
            <a:ext cx="92748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Duración: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Sprints fijos de 2 semanas de duración</a:t>
            </a:r>
            <a:endParaRPr sz="11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37576" y="5212738"/>
            <a:ext cx="11029500" cy="12648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7575" y="5212738"/>
            <a:ext cx="601500" cy="1264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49283" y="5396601"/>
            <a:ext cx="9274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 del Incremento de Producto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65212" y="5509100"/>
            <a:ext cx="103758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1 &amp; 2 (Infraestructura y Base de Datos):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Modelamiento ER en PostgreSQL, esquemas en MongoDB y contenedorización del entorno con Docker.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3 (Módulos de Seguridad):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Desarrollo de la API REST con FastAPI e integración de subprocesos para ejecutar Nmap y Nuclei.</a:t>
            </a:r>
            <a:endParaRPr sz="1300"/>
          </a:p>
        </p:txBody>
      </p:sp>
      <p:sp>
        <p:nvSpPr>
          <p:cNvPr id="120" name="Google Shape;120;p6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Release plan </a:t>
            </a: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para el desarrollo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 general de trabajo para 10 semanas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7" title="release-plan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060704"/>
            <a:ext cx="10554074" cy="5492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Arquitectura del software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2" y="841291"/>
            <a:ext cx="2123100" cy="46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Estructura funcional orientada a resolver fragmentación, análisis y reportería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8" title="diagrama de arquitectur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675" y="647949"/>
            <a:ext cx="6162676" cy="621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Modelo de datos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Estructura pensada para correlacionar hallazgos y soportar reportería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9" title="eth_mas_er_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1060704"/>
            <a:ext cx="9104129" cy="5492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Tecnologías utilizadas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Stack orientado a integración, análisis asistido por IA y generación de reportes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77250" y="1417329"/>
            <a:ext cx="3337500" cy="21795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77250" y="1417329"/>
            <a:ext cx="109800" cy="2179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78418" y="1655702"/>
            <a:ext cx="3017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978418" y="2166502"/>
            <a:ext cx="30174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Lógica principal del sistema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480570" y="1417329"/>
            <a:ext cx="3337500" cy="21795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480570" y="1417329"/>
            <a:ext cx="109800" cy="2179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681738" y="1655702"/>
            <a:ext cx="3017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681738" y="2166502"/>
            <a:ext cx="30174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Servicios y comunicación interna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183890" y="1417329"/>
            <a:ext cx="3337500" cy="21795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8183890" y="1417329"/>
            <a:ext cx="109800" cy="2179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8385058" y="1655702"/>
            <a:ext cx="3017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</a:rPr>
              <a:t>Herramientas de Pentesting</a:t>
            </a:r>
            <a:endParaRPr b="1" sz="1500">
              <a:solidFill>
                <a:srgbClr val="0F172A"/>
              </a:solidFill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8385058" y="2166502"/>
            <a:ext cx="30174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Obtención de hallazgos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77250" y="4172895"/>
            <a:ext cx="3337500" cy="2294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777250" y="4172895"/>
            <a:ext cx="109800" cy="22947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978418" y="4423893"/>
            <a:ext cx="3017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MITRE ATT&amp;CK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978418" y="4961744"/>
            <a:ext cx="30174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Marco de referencia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480573" y="4172895"/>
            <a:ext cx="3337500" cy="2294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480573" y="4172895"/>
            <a:ext cx="109800" cy="22947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681742" y="4423893"/>
            <a:ext cx="3017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LLM / IA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681742" y="4961744"/>
            <a:ext cx="30174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Interpretación y reportería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183897" y="4172895"/>
            <a:ext cx="3337500" cy="2294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183897" y="4172895"/>
            <a:ext cx="109800" cy="229470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385065" y="4423893"/>
            <a:ext cx="3017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385065" y="4961744"/>
            <a:ext cx="30174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7"/>
              <a:buFont typeface="Arial"/>
              <a:buNone/>
            </a:pPr>
            <a:r>
              <a:rPr lang="en-US" sz="12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Persistencia de hallazgos</a:t>
            </a:r>
            <a:endParaRPr sz="12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1567185" y="6467465"/>
            <a:ext cx="274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Demostración del resultado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Flujo esperado de la ejecución del prototipo en laboratorio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 title="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775" y="1060704"/>
            <a:ext cx="9764439" cy="5492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Resultados obtenidos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 enfatiza qué problema se resolvió y qué valor aporta el prototipo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777240" y="1417320"/>
            <a:ext cx="50749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777240" y="1417320"/>
            <a:ext cx="109728" cy="10972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978408" y="154533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Consolidación de hallazgos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978408" y="1819656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63"/>
              <a:buFont typeface="Arial"/>
              <a:buNone/>
            </a:pPr>
            <a:r>
              <a:rPr lang="en-US" sz="106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redujo la fragmentación de resultados técnicos en una sola vista de análisis.</a:t>
            </a:r>
            <a:endParaRPr sz="106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263640" y="1417320"/>
            <a:ext cx="50749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263640" y="1417320"/>
            <a:ext cx="109728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464808" y="154533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Correlación con MITRE ATT&amp;CK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464808" y="1819656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16"/>
              <a:buFont typeface="Arial"/>
              <a:buNone/>
            </a:pPr>
            <a:r>
              <a:rPr lang="en-US" sz="1116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logró relacionar evidencia técnica con tácticas y técnicas relevantes.</a:t>
            </a:r>
            <a:endParaRPr sz="111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777240" y="2834640"/>
            <a:ext cx="50749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777240" y="2834640"/>
            <a:ext cx="109728" cy="10972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978408" y="296265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Priorización asistida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78408" y="3236976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63"/>
              <a:buFont typeface="Arial"/>
              <a:buNone/>
            </a:pPr>
            <a:r>
              <a:rPr lang="en-US" sz="106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Los hallazgos pueden ordenarse según criticidad, contexto y posible vector de ataque.</a:t>
            </a:r>
            <a:endParaRPr sz="106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6263640" y="2834640"/>
            <a:ext cx="50749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263640" y="2834640"/>
            <a:ext cx="109728" cy="10972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464808" y="296265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Reportería consistente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464808" y="3236976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8"/>
              <a:buFont typeface="Arial"/>
              <a:buNone/>
            </a:pPr>
            <a:r>
              <a:rPr lang="en-US" sz="1128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habilita generación de reportes más estructurados y homogéneos.</a:t>
            </a:r>
            <a:endParaRPr sz="112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777240" y="4251960"/>
            <a:ext cx="50749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77240" y="4251960"/>
            <a:ext cx="109728" cy="109728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978408" y="437997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Validación en laboratorio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978408" y="4654296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6"/>
              <a:buFont typeface="Arial"/>
              <a:buNone/>
            </a:pPr>
            <a:r>
              <a:rPr lang="en-US" sz="1106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sistema se orienta a pruebas controladas y resultados demostrables.</a:t>
            </a:r>
            <a:endParaRPr sz="110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Obstáculos presentados durante el desarrollo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Principales desafíos técnicos y de gestión detectados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914400" y="1508760"/>
            <a:ext cx="102412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Outputs extensos y heterogéneos de las herramientas integradas.</a:t>
            </a:r>
            <a:b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Complejidad para normalizar resultados en distintos formatos.</a:t>
            </a:r>
            <a:b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Dificultad para definir reglas de mapeo a MITRE ATT&amp;CK.</a:t>
            </a:r>
            <a:b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Necesidad de acotar alcance para cumplir con el plazo disponible.</a:t>
            </a:r>
            <a:b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Coordinación del laboratorio y validación experimental.</a:t>
            </a:r>
            <a:b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Dependencia de APIs o servicios externos para algunas funciones.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960120" y="4892040"/>
            <a:ext cx="100584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960120" y="4892040"/>
            <a:ext cx="109728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161288" y="5020056"/>
            <a:ext cx="9738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Aprendizaje principal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161288" y="5294376"/>
            <a:ext cx="9738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mayor desafío no fue solo construir la solución, sino definir un alcance realista que permitiera demostrar valor sobre el problema identificado.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1005840" y="246888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Preguntas de la comisión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1097280" y="3337560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ETH-MAS · Plataforma asistida por IA para análisis de hallazgos de seguridad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4"/>
          <p:cNvCxnSpPr/>
          <p:nvPr/>
        </p:nvCxnSpPr>
        <p:spPr>
          <a:xfrm>
            <a:off x="3886200" y="3840480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2026-04-14T22:00:05Z</dcterms:created>
  <dc:creator>OpenAI</dc:creator>
</cp:coreProperties>
</file>